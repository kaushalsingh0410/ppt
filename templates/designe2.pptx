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66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970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160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987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244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935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502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062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458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19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1275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7787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0999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526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565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00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F2AD7-B99B-449C-86B7-4CFABEA2D9D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D9C7190-4DBD-45B6-B0B6-FDE21A224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42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30835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kaushal</dc:creator>
  <cp:lastModifiedBy>kaushal</cp:lastModifiedBy>
  <cp:revision>1</cp:revision>
  <dcterms:created xsi:type="dcterms:W3CDTF">2026-03-15T07:34:02Z</dcterms:created>
  <dcterms:modified xsi:type="dcterms:W3CDTF">2026-03-15T07:34:17Z</dcterms:modified>
</cp:coreProperties>
</file>