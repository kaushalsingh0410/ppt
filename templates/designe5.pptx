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81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02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3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473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70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0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742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1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996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10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445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633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919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656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512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450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26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30F934-FEA5-40EF-9667-80F3751D258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A17077-92CE-45E4-8110-F6B053FC2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07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569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Organic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2026-03-15T07:36:30Z</dcterms:created>
  <dcterms:modified xsi:type="dcterms:W3CDTF">2026-03-15T07:36:47Z</dcterms:modified>
</cp:coreProperties>
</file>