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92FB6DD-33C4-41FA-96F3-93993CB20651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A0549A27-DCF6-4767-8288-6C23D7872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599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B6DD-33C4-41FA-96F3-93993CB20651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49A27-DCF6-4767-8288-6C23D7872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817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B6DD-33C4-41FA-96F3-93993CB20651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49A27-DCF6-4767-8288-6C23D7872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229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B6DD-33C4-41FA-96F3-93993CB20651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49A27-DCF6-4767-8288-6C23D7872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503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B6DD-33C4-41FA-96F3-93993CB20651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49A27-DCF6-4767-8288-6C23D7872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305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B6DD-33C4-41FA-96F3-93993CB20651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49A27-DCF6-4767-8288-6C23D7872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85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B6DD-33C4-41FA-96F3-93993CB20651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49A27-DCF6-4767-8288-6C23D7872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110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B6DD-33C4-41FA-96F3-93993CB20651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49A27-DCF6-4767-8288-6C23D7872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743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B6DD-33C4-41FA-96F3-93993CB20651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49A27-DCF6-4767-8288-6C23D7872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301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B6DD-33C4-41FA-96F3-93993CB20651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49A27-DCF6-4767-8288-6C23D7872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698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B6DD-33C4-41FA-96F3-93993CB20651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49A27-DCF6-4767-8288-6C23D7872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4257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B6DD-33C4-41FA-96F3-93993CB20651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49A27-DCF6-4767-8288-6C23D7872435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851097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B6DD-33C4-41FA-96F3-93993CB20651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49A27-DCF6-4767-8288-6C23D7872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16142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B6DD-33C4-41FA-96F3-93993CB20651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49A27-DCF6-4767-8288-6C23D7872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65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B6DD-33C4-41FA-96F3-93993CB20651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49A27-DCF6-4767-8288-6C23D7872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041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B6DD-33C4-41FA-96F3-93993CB20651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49A27-DCF6-4767-8288-6C23D7872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3783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FB6DD-33C4-41FA-96F3-93993CB20651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49A27-DCF6-4767-8288-6C23D7872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304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FB6DD-33C4-41FA-96F3-93993CB20651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49A27-DCF6-4767-8288-6C23D78724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3174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3580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Tw Cen MT</vt:lpstr>
      <vt:lpstr>Circuit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kaushal</dc:creator>
  <cp:lastModifiedBy>kaushal</cp:lastModifiedBy>
  <cp:revision>1</cp:revision>
  <dcterms:created xsi:type="dcterms:W3CDTF">2026-03-15T09:31:30Z</dcterms:created>
  <dcterms:modified xsi:type="dcterms:W3CDTF">2026-03-15T09:31:55Z</dcterms:modified>
</cp:coreProperties>
</file>