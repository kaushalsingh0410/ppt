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29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67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73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453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294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7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767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13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72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23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942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7494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483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489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953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308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86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EDB473-3123-4B32-9E19-3B7C3F9F2EC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8B69D-AA4B-43F1-94EB-256CCE19C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894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573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2026-03-15T07:32:40Z</dcterms:created>
  <dcterms:modified xsi:type="dcterms:W3CDTF">2026-03-15T07:33:39Z</dcterms:modified>
</cp:coreProperties>
</file>