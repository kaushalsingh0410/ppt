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03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52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85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95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73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7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236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482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73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8841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817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981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406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244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16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471D5-FBD0-4F3B-A732-F90098DBCC1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5EAEA35-5232-4150-A227-424A677A8A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04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25783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Wisp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2026-03-15T09:29:12Z</dcterms:created>
  <dcterms:modified xsi:type="dcterms:W3CDTF">2026-03-15T09:29:39Z</dcterms:modified>
</cp:coreProperties>
</file>