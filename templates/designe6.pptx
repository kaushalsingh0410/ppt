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2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064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39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8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34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76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17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69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64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47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77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534F92-653F-4D28-9E0F-73233A01AA9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C4BF1E6-0E83-4FC0-9093-CADE1653E47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5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9934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Retrospect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2026-03-15T07:37:00Z</dcterms:created>
  <dcterms:modified xsi:type="dcterms:W3CDTF">2026-03-15T07:37:12Z</dcterms:modified>
</cp:coreProperties>
</file>