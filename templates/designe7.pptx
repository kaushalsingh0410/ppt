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D9592-FA25-45C8-8E94-F30A9DD07898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8E336-9CA8-4DF4-8FAF-491045CBCB11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14993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D9592-FA25-45C8-8E94-F30A9DD07898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8E336-9CA8-4DF4-8FAF-491045CBCB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81899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D9592-FA25-45C8-8E94-F30A9DD07898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8E336-9CA8-4DF4-8FAF-491045CBCB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5532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D9592-FA25-45C8-8E94-F30A9DD07898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8E336-9CA8-4DF4-8FAF-491045CBCB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05311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D9592-FA25-45C8-8E94-F30A9DD07898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8E336-9CA8-4DF4-8FAF-491045CBCB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9588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D9592-FA25-45C8-8E94-F30A9DD07898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8E336-9CA8-4DF4-8FAF-491045CBCB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1547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D9592-FA25-45C8-8E94-F30A9DD07898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8E336-9CA8-4DF4-8FAF-491045CBCB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7336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D9592-FA25-45C8-8E94-F30A9DD07898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8E336-9CA8-4DF4-8FAF-491045CBCB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71372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D9592-FA25-45C8-8E94-F30A9DD07898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8E336-9CA8-4DF4-8FAF-491045CBCB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66128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D9592-FA25-45C8-8E94-F30A9DD07898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8E336-9CA8-4DF4-8FAF-491045CBCB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95767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D9592-FA25-45C8-8E94-F30A9DD07898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8E336-9CA8-4DF4-8FAF-491045CBCB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02169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D9592-FA25-45C8-8E94-F30A9DD07898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8E336-9CA8-4DF4-8FAF-491045CBCB11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449316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D9592-FA25-45C8-8E94-F30A9DD07898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8E336-9CA8-4DF4-8FAF-491045CBCB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95974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D9592-FA25-45C8-8E94-F30A9DD07898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8E336-9CA8-4DF4-8FAF-491045CBCB11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317777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D9592-FA25-45C8-8E94-F30A9DD07898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8E336-9CA8-4DF4-8FAF-491045CBCB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20841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D9592-FA25-45C8-8E94-F30A9DD07898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8E336-9CA8-4DF4-8FAF-491045CBCB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13172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D9592-FA25-45C8-8E94-F30A9DD07898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8E336-9CA8-4DF4-8FAF-491045CBCB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8059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F94D9592-FA25-45C8-8E94-F30A9DD07898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67B8E336-9CA8-4DF4-8FAF-491045CBCB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728235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1345974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Century Gothic</vt:lpstr>
      <vt:lpstr>Wingdings 3</vt:lpstr>
      <vt:lpstr>Slice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kaushal</dc:creator>
  <cp:lastModifiedBy>kaushal</cp:lastModifiedBy>
  <cp:revision>1</cp:revision>
  <dcterms:created xsi:type="dcterms:W3CDTF">2026-03-15T07:37:33Z</dcterms:created>
  <dcterms:modified xsi:type="dcterms:W3CDTF">2026-03-15T07:37:52Z</dcterms:modified>
</cp:coreProperties>
</file>