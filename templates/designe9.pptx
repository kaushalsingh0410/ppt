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DAF18F4A-C0D8-45FB-B2A7-6D6EB02D0B68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9FBD4518-96B3-4AEB-AB6F-2A8FA957D3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837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18F4A-C0D8-45FB-B2A7-6D6EB02D0B68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D4518-96B3-4AEB-AB6F-2A8FA957D3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2906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DAF18F4A-C0D8-45FB-B2A7-6D6EB02D0B68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9FBD4518-96B3-4AEB-AB6F-2A8FA957D3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826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DAF18F4A-C0D8-45FB-B2A7-6D6EB02D0B68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9FBD4518-96B3-4AEB-AB6F-2A8FA957D3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1674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DAF18F4A-C0D8-45FB-B2A7-6D6EB02D0B68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9FBD4518-96B3-4AEB-AB6F-2A8FA957D3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5022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18F4A-C0D8-45FB-B2A7-6D6EB02D0B68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D4518-96B3-4AEB-AB6F-2A8FA957D3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9892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DAF18F4A-C0D8-45FB-B2A7-6D6EB02D0B68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9FBD4518-96B3-4AEB-AB6F-2A8FA957D3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067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18F4A-C0D8-45FB-B2A7-6D6EB02D0B68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D4518-96B3-4AEB-AB6F-2A8FA957D3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7559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DAF18F4A-C0D8-45FB-B2A7-6D6EB02D0B68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9FBD4518-96B3-4AEB-AB6F-2A8FA957D3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9334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18F4A-C0D8-45FB-B2A7-6D6EB02D0B68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D4518-96B3-4AEB-AB6F-2A8FA957D3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51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DAF18F4A-C0D8-45FB-B2A7-6D6EB02D0B68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9FBD4518-96B3-4AEB-AB6F-2A8FA957D3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3013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F18F4A-C0D8-45FB-B2A7-6D6EB02D0B68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BD4518-96B3-4AEB-AB6F-2A8FA957D3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187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9157409"/>
      </p:ext>
    </p:extLst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TM16401371[[fn=Atlas]]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 Light</vt:lpstr>
      <vt:lpstr>Rockwell</vt:lpstr>
      <vt:lpstr>Wingdings</vt:lpstr>
      <vt:lpstr>Atlas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kaushal</dc:creator>
  <cp:lastModifiedBy>kaushal</cp:lastModifiedBy>
  <cp:revision>1</cp:revision>
  <dcterms:created xsi:type="dcterms:W3CDTF">2026-03-15T09:29:52Z</dcterms:created>
  <dcterms:modified xsi:type="dcterms:W3CDTF">2026-03-15T09:30:14Z</dcterms:modified>
</cp:coreProperties>
</file>