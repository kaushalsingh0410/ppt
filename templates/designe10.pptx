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2BC0A2DE-337D-4F07-A7A8-61FE4871F51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54D9991F-2909-4ED4-8C08-DD8A6A310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938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A2DE-337D-4F07-A7A8-61FE4871F51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991F-2909-4ED4-8C08-DD8A6A310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851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A2DE-337D-4F07-A7A8-61FE4871F51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991F-2909-4ED4-8C08-DD8A6A310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49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A2DE-337D-4F07-A7A8-61FE4871F51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991F-2909-4ED4-8C08-DD8A6A310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108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A2DE-337D-4F07-A7A8-61FE4871F51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991F-2909-4ED4-8C08-DD8A6A310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78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A2DE-337D-4F07-A7A8-61FE4871F51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991F-2909-4ED4-8C08-DD8A6A310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32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A2DE-337D-4F07-A7A8-61FE4871F51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991F-2909-4ED4-8C08-DD8A6A310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059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A2DE-337D-4F07-A7A8-61FE4871F51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991F-2909-4ED4-8C08-DD8A6A310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464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A2DE-337D-4F07-A7A8-61FE4871F51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991F-2909-4ED4-8C08-DD8A6A310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595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A2DE-337D-4F07-A7A8-61FE4871F51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991F-2909-4ED4-8C08-DD8A6A310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67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A2DE-337D-4F07-A7A8-61FE4871F51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991F-2909-4ED4-8C08-DD8A6A310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318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A2DE-337D-4F07-A7A8-61FE4871F51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991F-2909-4ED4-8C08-DD8A6A310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1998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A2DE-337D-4F07-A7A8-61FE4871F51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991F-2909-4ED4-8C08-DD8A6A310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48083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A2DE-337D-4F07-A7A8-61FE4871F51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991F-2909-4ED4-8C08-DD8A6A310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6780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A2DE-337D-4F07-A7A8-61FE4871F51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991F-2909-4ED4-8C08-DD8A6A310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689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A2DE-337D-4F07-A7A8-61FE4871F51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991F-2909-4ED4-8C08-DD8A6A3105E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054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A2DE-337D-4F07-A7A8-61FE4871F51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9991F-2909-4ED4-8C08-DD8A6A310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0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C0A2DE-337D-4F07-A7A8-61FE4871F515}" type="datetimeFigureOut">
              <a:rPr lang="en-IN" smtClean="0"/>
              <a:t>15-03-2026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4D9991F-2909-4ED4-8C08-DD8A6A3105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7439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58776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Celestial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kaushal</dc:creator>
  <cp:lastModifiedBy>kaushal</cp:lastModifiedBy>
  <cp:revision>1</cp:revision>
  <dcterms:created xsi:type="dcterms:W3CDTF">2026-03-15T09:31:03Z</dcterms:created>
  <dcterms:modified xsi:type="dcterms:W3CDTF">2026-03-15T09:31:17Z</dcterms:modified>
</cp:coreProperties>
</file>