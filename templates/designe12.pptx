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6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9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4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34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85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21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5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5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70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8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29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703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084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299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00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810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27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A2278-0A80-401F-9DE7-EADB08C8CF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421FF-93D0-4A6D-A08A-DA2D5FF6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850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721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Bookman Old Style</vt:lpstr>
      <vt:lpstr>Rockwell</vt:lpstr>
      <vt:lpstr>Damask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2026-03-15T09:32:08Z</dcterms:created>
  <dcterms:modified xsi:type="dcterms:W3CDTF">2026-03-15T09:32:36Z</dcterms:modified>
</cp:coreProperties>
</file>