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386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706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28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08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662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69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155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811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87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43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25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20FEC-7467-4CB6-A59D-048C38B8F1A4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BEE6DEA-7293-4B47-A51B-2B48637219E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8129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53541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3</cp:revision>
  <dcterms:created xsi:type="dcterms:W3CDTF">2026-03-15T07:34:24Z</dcterms:created>
  <dcterms:modified xsi:type="dcterms:W3CDTF">2026-03-15T07:35:14Z</dcterms:modified>
</cp:coreProperties>
</file>