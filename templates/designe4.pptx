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84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09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66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8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51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54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90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1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680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71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2D0CB47-1CCC-4E7C-9538-6B5C7E0E0A9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D1EC52-ACA3-4720-ADF9-6E2A5F26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133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990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Tw Cen MT</vt:lpstr>
      <vt:lpstr>Tw Cen MT Condensed</vt:lpstr>
      <vt:lpstr>Wingdings 3</vt:lpstr>
      <vt:lpstr>Integral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2026-03-15T07:35:49Z</dcterms:created>
  <dcterms:modified xsi:type="dcterms:W3CDTF">2026-03-15T07:36:05Z</dcterms:modified>
</cp:coreProperties>
</file>